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5FC1D6F-659B-6040-989C-7BEF4DD1090F}" v="1" dt="2025-12-09T01:05:46.5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66"/>
    <p:restoredTop sz="94637"/>
  </p:normalViewPr>
  <p:slideViewPr>
    <p:cSldViewPr snapToGrid="0" showGuides="1">
      <p:cViewPr varScale="1">
        <p:scale>
          <a:sx n="135" d="100"/>
          <a:sy n="135" d="100"/>
        </p:scale>
        <p:origin x="720" y="4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-264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o JC" userId="11d64663fca61f64" providerId="LiveId" clId="{0A1178CE-24BB-5C18-9C8A-4E552CFC7559}"/>
    <pc:docChg chg="custSel modSld">
      <pc:chgData name="Mario JC" userId="11d64663fca61f64" providerId="LiveId" clId="{0A1178CE-24BB-5C18-9C8A-4E552CFC7559}" dt="2025-12-09T01:35:19.412" v="277" actId="242"/>
      <pc:docMkLst>
        <pc:docMk/>
      </pc:docMkLst>
      <pc:sldChg chg="addSp delSp modSp mod modNotesTx">
        <pc:chgData name="Mario JC" userId="11d64663fca61f64" providerId="LiveId" clId="{0A1178CE-24BB-5C18-9C8A-4E552CFC7559}" dt="2025-12-09T01:35:19.412" v="277" actId="242"/>
        <pc:sldMkLst>
          <pc:docMk/>
          <pc:sldMk cId="3238095043" sldId="256"/>
        </pc:sldMkLst>
        <pc:spChg chg="add mod">
          <ac:chgData name="Mario JC" userId="11d64663fca61f64" providerId="LiveId" clId="{0A1178CE-24BB-5C18-9C8A-4E552CFC7559}" dt="2025-12-09T01:35:19.412" v="277" actId="242"/>
          <ac:spMkLst>
            <pc:docMk/>
            <pc:sldMk cId="3238095043" sldId="256"/>
            <ac:spMk id="2" creationId="{C0B94EEB-645D-6354-B58C-AE63559DF40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A60893-8B93-CA49-A863-040B059114B0}" type="datetimeFigureOut">
              <a:rPr lang="es-MX" smtClean="0"/>
              <a:t>08/12/25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86CB29-9243-E74E-AE22-F2309D31D39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27211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dirty="0"/>
              <a:t>Doble click para seleccionar una palabra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dirty="0"/>
              <a:t>Tres click para seleccionar toda la oración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MX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dirty="0"/>
              <a:t>Tamaño de Texto 60pts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MX" dirty="0"/>
              <a:t>Tipo de letra Modern love caps (hay que descargarlo dentro de powerpoint)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86CB29-9243-E74E-AE22-F2309D31D399}" type="slidenum">
              <a:rPr lang="es-MX" smtClean="0"/>
              <a:t>1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394615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376AA9-17EF-7C9B-C25B-2F83F1FE8D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9C2C062-C15F-B87E-B6E8-EE6990CE5A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BB0A761-387B-7A26-8A2D-AF0878D71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E398B-B9A5-7844-BFB9-9CF3B2620B54}" type="datetimeFigureOut">
              <a:rPr lang="es-MX" smtClean="0"/>
              <a:t>08/12/25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D414257-6BA0-CA95-65E4-C462B66FD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AAFE97B-5A84-A5FC-9359-0EB209CA7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43068-4CF2-AA48-8AFB-34D1143720A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698651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26B531-DA13-0934-CEE1-627661ECA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C8F2FC9-47C5-8E87-6934-387C69C53C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7A1FB9A-944C-A980-B000-9F7F72972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E398B-B9A5-7844-BFB9-9CF3B2620B54}" type="datetimeFigureOut">
              <a:rPr lang="es-MX" smtClean="0"/>
              <a:t>08/12/25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68E8BCC-E270-BFCB-F5ED-85BDF1AEF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A84D3F6-FDAF-9B46-120C-7AA4B2E10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43068-4CF2-AA48-8AFB-34D1143720A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98893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5CB192-94C7-6BA6-4B6C-FB2B7F817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34711CE-8C26-0086-7D57-BEB45766BF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F140A99-0CC6-82E0-9DD9-16B5965C7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E398B-B9A5-7844-BFB9-9CF3B2620B54}" type="datetimeFigureOut">
              <a:rPr lang="es-MX" smtClean="0"/>
              <a:t>08/12/25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AF8802-6D13-6960-53F6-20A053074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86401F3-945A-5470-FEA5-C50C476F5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43068-4CF2-AA48-8AFB-34D1143720A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74406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F60971-FF4F-5751-0082-DE3686243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6E7470F-B577-22A6-37B1-D1DD43D179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C9EF2C3-81F2-C4D8-D26B-90EBE11703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56DBF7D-C577-0A67-2DC8-2187C8761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E398B-B9A5-7844-BFB9-9CF3B2620B54}" type="datetimeFigureOut">
              <a:rPr lang="es-MX" smtClean="0"/>
              <a:t>08/12/25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2C1A75F-EC20-6DAF-1A13-24BA8AD025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4004871-36E4-A452-B8FF-483968084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43068-4CF2-AA48-8AFB-34D1143720A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9113387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4F26CA-382A-3E4D-139C-CD7FE68CD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0CACB9F-12EC-F97E-B38E-B28FA41294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A091441-B972-51F5-D131-ED172B5907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41F806F-57A9-94EC-84BE-F4CE8285A2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5BE46E8-BB48-73B0-B447-B88F5A72D1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E4AD488-3E6B-FEA2-B954-73AAD8A04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E398B-B9A5-7844-BFB9-9CF3B2620B54}" type="datetimeFigureOut">
              <a:rPr lang="es-MX" smtClean="0"/>
              <a:t>08/12/25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5016885-8E9F-80FD-2993-44EDB6347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240A6644-928A-B212-853D-FD63A0718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43068-4CF2-AA48-8AFB-34D1143720A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345919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4A3712-E32A-6B28-34B3-A00127CA8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84AD0E9-0DAE-E1E6-1BAB-C6E5024B3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E398B-B9A5-7844-BFB9-9CF3B2620B54}" type="datetimeFigureOut">
              <a:rPr lang="es-MX" smtClean="0"/>
              <a:t>08/12/25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EE2295-4EA0-F002-B7F4-56FB2B118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6E8A214-6EE2-494B-BE62-4397E255C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43068-4CF2-AA48-8AFB-34D1143720A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15049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DDBE5F8-CCD4-C130-639C-767D5982E2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E398B-B9A5-7844-BFB9-9CF3B2620B54}" type="datetimeFigureOut">
              <a:rPr lang="es-MX" smtClean="0"/>
              <a:t>08/12/25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BC62D30-4804-BA27-8563-E01F5D141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B402A43-7E3A-6F6E-A3F6-7A19DDD0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43068-4CF2-AA48-8AFB-34D1143720A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577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5C6A9A-1C8A-F50D-62A3-7C5F2D92AB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E70CF53-F4DF-759E-0D7F-36B4907599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BD81B60-B175-8EDA-B22D-00FED5AF4D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CD865-5380-CBB5-F537-DF6542E35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E398B-B9A5-7844-BFB9-9CF3B2620B54}" type="datetimeFigureOut">
              <a:rPr lang="es-MX" smtClean="0"/>
              <a:t>08/12/25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8ED48DA-65E8-1935-C026-7FB80BD67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37A9439-F915-FF47-8B7D-487CE7709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43068-4CF2-AA48-8AFB-34D1143720A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66252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DD7AC6-0807-A5B3-7D3E-5941F7FE6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D350C9E-B6D5-9B03-08A3-D7DE670393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D714CE5-40D4-FBC1-F848-EEB0CDD741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0A7FC9D-0AF6-0D7E-B759-D50647FFA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E398B-B9A5-7844-BFB9-9CF3B2620B54}" type="datetimeFigureOut">
              <a:rPr lang="es-MX" smtClean="0"/>
              <a:t>08/12/25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4C9D62D-204C-EB3C-656B-E85AC397F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90E48D-BEA7-79FA-16A3-AECB1702C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43068-4CF2-AA48-8AFB-34D1143720A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33934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3D3FBC-4DBB-5845-8581-B259916EA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8278E95-66A1-A10A-287A-E084F8331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243981F-7117-BE56-9596-F70869ADF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E398B-B9A5-7844-BFB9-9CF3B2620B54}" type="datetimeFigureOut">
              <a:rPr lang="es-MX" smtClean="0"/>
              <a:t>08/12/25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D731F84-F3D3-E47C-6A08-0491C08B1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793AE98-3697-6546-F27A-07E47F400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43068-4CF2-AA48-8AFB-34D1143720A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471428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A910ADE-A4E1-CB5F-F407-EFBD34D596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6F7E40A-80C7-E501-6100-EE63F1E17D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F607036-2F37-E200-6253-3B82BDF5C1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E398B-B9A5-7844-BFB9-9CF3B2620B54}" type="datetimeFigureOut">
              <a:rPr lang="es-MX" smtClean="0"/>
              <a:t>08/12/25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EF1C966-852E-FDD5-CE80-394E9D0AB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215AB97-339B-09BD-02A0-C48E46B6B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843068-4CF2-AA48-8AFB-34D1143720A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48189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06B5085-1BD6-BBC6-4EE3-24F62464B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2C629A2-4111-0188-CCF6-921C656D1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D7A97A9-C252-40AA-1C75-79051C9038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E398B-B9A5-7844-BFB9-9CF3B2620B54}" type="datetimeFigureOut">
              <a:rPr lang="es-MX" smtClean="0"/>
              <a:t>08/12/25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E84C80D-5377-3D44-B4B9-26953C051B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A5AC897-B7E3-F284-D8D9-B4DDE066F5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843068-4CF2-AA48-8AFB-34D1143720A3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24742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0B94EEB-645D-6354-B58C-AE63559DF401}"/>
              </a:ext>
            </a:extLst>
          </p:cNvPr>
          <p:cNvSpPr txBox="1"/>
          <p:nvPr/>
        </p:nvSpPr>
        <p:spPr>
          <a:xfrm>
            <a:off x="1362000" y="2459504"/>
            <a:ext cx="9468000" cy="1938992"/>
          </a:xfrm>
          <a:custGeom>
            <a:avLst/>
            <a:gdLst>
              <a:gd name="csX0" fmla="*/ 0 w 9468000"/>
              <a:gd name="csY0" fmla="*/ 0 h 1938992"/>
              <a:gd name="csX1" fmla="*/ 9468000 w 9468000"/>
              <a:gd name="csY1" fmla="*/ 0 h 1938992"/>
              <a:gd name="csX2" fmla="*/ 9468000 w 9468000"/>
              <a:gd name="csY2" fmla="*/ 1938992 h 1938992"/>
              <a:gd name="csX3" fmla="*/ 0 w 9468000"/>
              <a:gd name="csY3" fmla="*/ 1938992 h 1938992"/>
              <a:gd name="csX4" fmla="*/ 0 w 9468000"/>
              <a:gd name="csY4" fmla="*/ 0 h 19389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9468000" h="1938992" fill="none" extrusionOk="0">
                <a:moveTo>
                  <a:pt x="0" y="0"/>
                </a:moveTo>
                <a:cubicBezTo>
                  <a:pt x="3910294" y="-49533"/>
                  <a:pt x="5560414" y="-14809"/>
                  <a:pt x="9468000" y="0"/>
                </a:cubicBezTo>
                <a:cubicBezTo>
                  <a:pt x="9555639" y="752559"/>
                  <a:pt x="9395321" y="1500896"/>
                  <a:pt x="9468000" y="1938992"/>
                </a:cubicBezTo>
                <a:cubicBezTo>
                  <a:pt x="6971979" y="1890761"/>
                  <a:pt x="4485172" y="2023447"/>
                  <a:pt x="0" y="1938992"/>
                </a:cubicBezTo>
                <a:cubicBezTo>
                  <a:pt x="-38581" y="1336146"/>
                  <a:pt x="63341" y="257688"/>
                  <a:pt x="0" y="0"/>
                </a:cubicBezTo>
                <a:close/>
              </a:path>
              <a:path w="9468000" h="1938992" stroke="0" extrusionOk="0">
                <a:moveTo>
                  <a:pt x="0" y="0"/>
                </a:moveTo>
                <a:cubicBezTo>
                  <a:pt x="4604462" y="118645"/>
                  <a:pt x="6594797" y="116012"/>
                  <a:pt x="9468000" y="0"/>
                </a:cubicBezTo>
                <a:cubicBezTo>
                  <a:pt x="9335118" y="562170"/>
                  <a:pt x="9552951" y="1716516"/>
                  <a:pt x="9468000" y="1938992"/>
                </a:cubicBezTo>
                <a:cubicBezTo>
                  <a:pt x="5146609" y="2073592"/>
                  <a:pt x="3105675" y="1781796"/>
                  <a:pt x="0" y="1938992"/>
                </a:cubicBezTo>
                <a:cubicBezTo>
                  <a:pt x="-20187" y="1693620"/>
                  <a:pt x="-152480" y="828865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s-MX" sz="6000" dirty="0">
                <a:ln>
                  <a:solidFill>
                    <a:schemeClr val="tx1"/>
                  </a:solidFill>
                </a:ln>
                <a:solidFill>
                  <a:schemeClr val="accent6">
                    <a:lumMod val="40000"/>
                    <a:lumOff val="60000"/>
                  </a:schemeClr>
                </a:solidFill>
                <a:effectLst>
                  <a:reflection blurRad="6350" stA="55000" endA="300" endPos="45500" dir="5400000" sy="-100000" algn="bl" rotWithShape="0"/>
                </a:effectLst>
                <a:latin typeface="Modern Love Caps" panose="04070805081001020A01" pitchFamily="82" charset="0"/>
              </a:rPr>
              <a:t>ESTA PRESENTACIÓN TENDRÁ DE TODO</a:t>
            </a:r>
          </a:p>
        </p:txBody>
      </p:sp>
    </p:spTree>
    <p:extLst>
      <p:ext uri="{BB962C8B-B14F-4D97-AF65-F5344CB8AC3E}">
        <p14:creationId xmlns:p14="http://schemas.microsoft.com/office/powerpoint/2010/main" val="323809504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37</Words>
  <Application>Microsoft Macintosh PowerPoint</Application>
  <PresentationFormat>Panorámica</PresentationFormat>
  <Paragraphs>7</Paragraphs>
  <Slides>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Modern Love Caps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Mario JC</dc:creator>
  <cp:lastModifiedBy>Mario JC</cp:lastModifiedBy>
  <cp:revision>1</cp:revision>
  <dcterms:created xsi:type="dcterms:W3CDTF">2025-12-07T16:20:32Z</dcterms:created>
  <dcterms:modified xsi:type="dcterms:W3CDTF">2025-12-09T01:35:24Z</dcterms:modified>
</cp:coreProperties>
</file>
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49"/>
  </p:normalViewPr>
  <p:slideViewPr>
    <p:cSldViewPr snapToGrid="0" showGuides="1">
      <p:cViewPr varScale="1">
        <p:scale>
          <a:sx n="126" d="100"/>
          <a:sy n="126" d="100"/>
        </p:scale>
        <p:origin x="1024" y="4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JC" userId="11d64663fca61f64" providerId="LiveId" clId="{0A1178CE-24BB-5C18-9C8A-4E552CFC7559}"/>
    <pc:docChg chg="custSel modSld">
      <pc:chgData name="Mario JC" userId="11d64663fca61f64" providerId="LiveId" clId="{0A1178CE-24BB-5C18-9C8A-4E552CFC7559}" dt="2025-12-07T16:26:10.972" v="0" actId="478"/>
      <pc:docMkLst>
        <pc:docMk/>
      </pc:docMkLst>
      <pc:sldChg chg="delSp mod">
        <pc:chgData name="Mario JC" userId="11d64663fca61f64" providerId="LiveId" clId="{0A1178CE-24BB-5C18-9C8A-4E552CFC7559}" dt="2025-12-07T16:26:10.972" v="0" actId="478"/>
        <pc:sldMkLst>
          <pc:docMk/>
          <pc:sldMk cId="3238095043" sldId="256"/>
        </pc:sldMkLst>
        <pc:spChg chg="del">
          <ac:chgData name="Mario JC" userId="11d64663fca61f64" providerId="LiveId" clId="{0A1178CE-24BB-5C18-9C8A-4E552CFC7559}" dt="2025-12-07T16:26:10.972" v="0" actId="478"/>
          <ac:spMkLst>
            <pc:docMk/>
            <pc:sldMk cId="3238095043" sldId="256"/>
            <ac:spMk id="4" creationId="{C74FC64C-8308-9E59-6C3D-9598DE9376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76AA9-17EF-7C9B-C25B-2F83F1FE8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C2C062-C15F-B87E-B6E8-EE6990CE5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B0A761-387B-7A26-8A2D-AF0878D7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414257-6BA0-CA95-65E4-C462B66F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AFE97B-5A84-A5FC-9359-0EB209CA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986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6B531-DA13-0934-CEE1-627661EC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8F2FC9-47C5-8E87-6934-387C69C53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A1FB9A-944C-A980-B000-9F7F72972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8E8BCC-E270-BFCB-F5ED-85BDF1AE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4D3F6-FDAF-9B46-120C-7AA4B2E10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8893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CB192-94C7-6BA6-4B6C-FB2B7F817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4711CE-8C26-0086-7D57-BEB45766B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140A99-0CC6-82E0-9DD9-16B5965C7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AF8802-6D13-6960-53F6-20A05307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6401F3-945A-5470-FEA5-C50C476F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44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60971-FF4F-5751-0082-DE3686243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E7470F-B577-22A6-37B1-D1DD43D17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9EF2C3-81F2-C4D8-D26B-90EBE1170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6DBF7D-C577-0A67-2DC8-2187C8761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C1A75F-EC20-6DAF-1A13-24BA8AD0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04871-36E4-A452-B8FF-48396808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1338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F26CA-382A-3E4D-139C-CD7FE68C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CACB9F-12EC-F97E-B38E-B28FA4129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091441-B972-51F5-D131-ED172B59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1F806F-57A9-94EC-84BE-F4CE8285A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BE46E8-BB48-73B0-B447-B88F5A72D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4AD488-3E6B-FEA2-B954-73AAD8A04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016885-8E9F-80FD-2993-44EDB634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40A6644-928A-B212-853D-FD63A071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459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A3712-E32A-6B28-34B3-A00127CA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4AD0E9-0DAE-E1E6-1BAB-C6E5024B3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EE2295-4EA0-F002-B7F4-56FB2B11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E8A214-6EE2-494B-BE62-4397E255C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5049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DDBE5F8-CCD4-C130-639C-767D5982E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BC62D30-4804-BA27-8563-E01F5D14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402A43-7E3A-6F6E-A3F6-7A19DDD0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771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C6A9A-1C8A-F50D-62A3-7C5F2D92A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70CF53-F4DF-759E-0D7F-36B49075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D81B60-B175-8EDA-B22D-00FED5AF4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CD865-5380-CBB5-F537-DF6542E3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ED48DA-65E8-1935-C026-7FB80BD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7A9439-F915-FF47-8B7D-487CE770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6252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D7AC6-0807-A5B3-7D3E-5941F7FE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350C9E-B6D5-9B03-08A3-D7DE67039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714CE5-40D4-FBC1-F848-EEB0CDD74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A7FC9D-0AF6-0D7E-B759-D50647FFA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C9D62D-204C-EB3C-656B-E85AC397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90E48D-BEA7-79FA-16A3-AECB1702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393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D3FBC-4DBB-5845-8581-B259916E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278E95-66A1-A10A-287A-E084F8331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43981F-7117-BE56-9596-F70869ADF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731F84-F3D3-E47C-6A08-0491C08B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93AE98-3697-6546-F27A-07E47F40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714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910ADE-A4E1-CB5F-F407-EFBD34D59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F7E40A-80C7-E501-6100-EE63F1E17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607036-2F37-E200-6253-3B82BDF5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F1C966-852E-FDD5-CE80-394E9D0A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15AB97-339B-09BD-02A0-C48E46B6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818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6B5085-1BD6-BBC6-4EE3-24F62464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C629A2-4111-0188-CCF6-921C656D1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7A97A9-C252-40AA-1C75-79051C903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E398B-B9A5-7844-BFB9-9CF3B2620B54}" type="datetimeFigureOut">
              <a:rPr lang="es-MX" smtClean="0"/>
              <a:t>07/12/25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84C80D-5377-3D44-B4B9-26953C051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5AC897-B7E3-F284-D8D9-B4DDE066F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43068-4CF2-AA48-8AFB-34D1143720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47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80950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JC</dc:creator>
  <cp:lastModifiedBy>Mario JC</cp:lastModifiedBy>
  <cp:revision>1</cp:revision>
  <dcterms:created xsi:type="dcterms:W3CDTF">2025-12-07T16:20:32Z</dcterms:created>
  <dcterms:modified xsi:type="dcterms:W3CDTF">2025-12-07T16:26:21Z</dcterms:modified>
</cp:coreProperties>
</file>